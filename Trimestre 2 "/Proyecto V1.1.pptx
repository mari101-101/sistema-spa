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Work Sans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ijfL9S6Tidan3pc5G2/7i2Bc9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C2DA98-0C75-435F-B8A3-E3D71E606A47}">
  <a:tblStyle styleId="{17C2DA98-0C75-435F-B8A3-E3D71E606A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20BD83D5-929A-4922-8329-A6C9ED1A23F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WorkSansMedium-bold.fntdata"/><Relationship Id="rId27" Type="http://schemas.openxmlformats.org/officeDocument/2006/relationships/font" Target="fonts/WorkSans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WorkSans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c78eebc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91c78eebce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5b38490d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5b38490d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95b38490d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66e87b23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966e87b23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66e87b23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966e87b235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66f11278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966f11278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66f11278d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966f11278d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66f11278d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966f11278d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66f11278d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966f11278d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66f11278d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966f11278d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66f11278d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966f11278d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5.jp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94578" y="1523430"/>
            <a:ext cx="8754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Comic Sans MS"/>
              <a:buNone/>
            </a:pPr>
            <a:r>
              <a:rPr b="1" i="0" lang="en-US" sz="4700" u="none" cap="none" strike="noStrike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Sistema de información para </a:t>
            </a:r>
            <a:r>
              <a:rPr b="1" lang="en-US" sz="4700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Salon de Belleza </a:t>
            </a:r>
            <a:r>
              <a:rPr b="1" i="0" lang="en-US" sz="4700" u="none" cap="none" strike="noStrike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New Boys</a:t>
            </a:r>
            <a:endParaRPr b="1" i="0" sz="4700" u="none" cap="none" strike="noStrike">
              <a:solidFill>
                <a:srgbClr val="3F3F3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105900" y="4915707"/>
            <a:ext cx="1945270" cy="8290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105900" y="4915707"/>
            <a:ext cx="19452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Marca externa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0" y="3714943"/>
            <a:ext cx="3666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María Camila Molina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Johan Esteban Casquete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Melany Vanessa Pinzón 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Felipe Reyes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Julian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Moreno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8559" y="4997511"/>
            <a:ext cx="1819529" cy="99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-1032110" y="2299332"/>
            <a:ext cx="702158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Tabla 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Contenido </a:t>
            </a:r>
            <a:endParaRPr b="0" i="0" sz="6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03" name="Google Shape;103;p2"/>
          <p:cNvGraphicFramePr/>
          <p:nvPr/>
        </p:nvGraphicFramePr>
        <p:xfrm>
          <a:off x="5095857" y="306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{17C2DA98-0C75-435F-B8A3-E3D71E606A47}</a:tableStyleId>
              </a:tblPr>
              <a:tblGrid>
                <a:gridCol w="5109025"/>
              </a:tblGrid>
              <a:tr h="55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Nombre del Proyecto e integrantes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8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Planteamiento Del Problema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Pregunta del Proyecto 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Justificación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Objetivo General 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Objetivos Específicos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 Alcance del Proyecto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8.Diagrama Procesos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 Recolección de datos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 Requerimientos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1209092" y="3076499"/>
            <a:ext cx="97738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Formulación del Proyecto</a:t>
            </a:r>
            <a:endParaRPr b="1" i="0" sz="7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4972228" y="4092162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Planteamiento Del Problema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519" l="0" r="-1" t="1189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5297762" y="2722834"/>
            <a:ext cx="6251110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 el </a:t>
            </a:r>
            <a:r>
              <a:rPr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salon de belleza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NEW BOYS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existen dificultades en el agendamiento de citas, la organización de horarios y la asignación de servicios, debido a la falta de un registro formal y al uso de mensajes o conversaciones informales. Esto genera confusión tanto para clientes como para trabajadores.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Además, el administrador no tiene claridad sobre qué servicios realiza cada profesional ni sobre el uso de los materiales, lo que dificulta el control de</a:t>
            </a:r>
            <a:r>
              <a:rPr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insumos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Pregunta Del Proyecto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el desarrollo de una aplicación de gestión puede optimizar el agendamiento de citas, el control de los servicios realizados por cada profesional y la administración de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insumos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salon de belleza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BOYS?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3723" l="0" r="-1" t="29728"/>
          <a:stretch/>
        </p:blipFill>
        <p:spPr>
          <a:xfrm>
            <a:off x="5310177" y="10"/>
            <a:ext cx="6878775" cy="685800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 General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2984" r="0" t="0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5297762" y="3079209"/>
            <a:ext cx="625111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sistema de información que permita gestionar de manera sencilla y organizada el control de los clientes, los horarios, los servicios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los insumos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salon de belleza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BOYS.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/>
        </p:nvSpPr>
        <p:spPr>
          <a:xfrm>
            <a:off x="5776073" y="79531"/>
            <a:ext cx="595891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Objetivos Específicos</a:t>
            </a:r>
            <a:endParaRPr b="1" i="0" sz="4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42" name="Google Shape;142;p8"/>
          <p:cNvGrpSpPr/>
          <p:nvPr/>
        </p:nvGrpSpPr>
        <p:grpSpPr>
          <a:xfrm>
            <a:off x="5810249" y="2290584"/>
            <a:ext cx="5649597" cy="3705323"/>
            <a:chOff x="34176" y="378718"/>
            <a:chExt cx="5649597" cy="3705323"/>
          </a:xfrm>
        </p:grpSpPr>
        <p:sp>
          <p:nvSpPr>
            <p:cNvPr id="143" name="Google Shape;143;p8"/>
            <p:cNvSpPr/>
            <p:nvPr/>
          </p:nvSpPr>
          <p:spPr>
            <a:xfrm>
              <a:off x="34176" y="378718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187335" y="531877"/>
              <a:ext cx="423010" cy="4230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919789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"/>
            <p:cNvSpPr txBox="1"/>
            <p:nvPr/>
          </p:nvSpPr>
          <p:spPr>
            <a:xfrm>
              <a:off x="919789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Registrar y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gestionar 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los usuarios del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salon de belleza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con su respectiva asignación de roles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2938465" y="378718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3091624" y="531877"/>
              <a:ext cx="423010" cy="42301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3824078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3824078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permitir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administración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 horarios del negocio y los empleados asignados a estos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34176" y="1866715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187335" y="2019874"/>
              <a:ext cx="423010" cy="4230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870665" y="1866715"/>
              <a:ext cx="200026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"/>
            <p:cNvSpPr txBox="1"/>
            <p:nvPr/>
          </p:nvSpPr>
          <p:spPr>
            <a:xfrm>
              <a:off x="870665" y="1866715"/>
              <a:ext cx="200026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Permitir agendar citas, y valida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disponibilidad del trabajador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3079030" y="1866715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3222028" y="2019874"/>
              <a:ext cx="423010" cy="42301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3964643" y="1866715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"/>
            <p:cNvSpPr txBox="1"/>
            <p:nvPr/>
          </p:nvSpPr>
          <p:spPr>
            <a:xfrm>
              <a:off x="3964643" y="1866715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Permitir una gestión más ordenada de los insumos utilizados en los servicios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34176" y="3354713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187335" y="3507872"/>
              <a:ext cx="423010" cy="42301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797988" y="3334394"/>
              <a:ext cx="2181474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"/>
            <p:cNvSpPr txBox="1"/>
            <p:nvPr/>
          </p:nvSpPr>
          <p:spPr>
            <a:xfrm>
              <a:off x="797988" y="3334394"/>
              <a:ext cx="2181474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Generar de manera automática y verificada recibos para los servicios prestados por el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salon de belleza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descr="Patrón de fondo&#10;&#10;El contenido generado por IA puede ser incorrecto." id="163" name="Google Shape;163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7976" y="0"/>
            <a:ext cx="4111444" cy="6858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g391c78eebce_0_18"/>
          <p:cNvCxnSpPr/>
          <p:nvPr/>
        </p:nvCxnSpPr>
        <p:spPr>
          <a:xfrm>
            <a:off x="4972228" y="4092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g391c78eebce_0_18"/>
          <p:cNvSpPr txBox="1"/>
          <p:nvPr/>
        </p:nvSpPr>
        <p:spPr>
          <a:xfrm>
            <a:off x="1252125" y="3096373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Requisitos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t/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lendario&#10;&#10;El contenido generado por IA puede ser incorrecto."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948097"/>
            <a:ext cx="10905066" cy="49618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bla&#10;&#10;El contenido generado por IA puede ser incorrecto."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920834"/>
            <a:ext cx="10905066" cy="501633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g395b38490da_0_0"/>
          <p:cNvGraphicFramePr/>
          <p:nvPr/>
        </p:nvGraphicFramePr>
        <p:xfrm>
          <a:off x="952500" y="240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{20BD83D5-929A-4922-8329-A6C9ED1A23F7}</a:tableStyleId>
              </a:tblPr>
              <a:tblGrid>
                <a:gridCol w="2520950"/>
                <a:gridCol w="776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Modulos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 </a:t>
                      </a:r>
                      <a:r>
                        <a:rPr b="1" lang="en-US" sz="1600"/>
                        <a:t>Descripción</a:t>
                      </a:r>
                      <a:r>
                        <a:rPr b="1" lang="en-US" sz="1600"/>
                        <a:t> general 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Gestión</a:t>
                      </a:r>
                      <a:r>
                        <a:rPr lang="en-US"/>
                        <a:t> </a:t>
                      </a:r>
                      <a:r>
                        <a:rPr lang="en-US"/>
                        <a:t>de Usuarios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Permitir el registro de </a:t>
                      </a:r>
                      <a:r>
                        <a:rPr lang="en-US"/>
                        <a:t>usuarios</a:t>
                      </a:r>
                      <a:r>
                        <a:rPr lang="en-US"/>
                        <a:t> por medio de un formulario y la </a:t>
                      </a:r>
                      <a:r>
                        <a:rPr lang="en-US"/>
                        <a:t>verificación de información registrada en el sistema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Programación</a:t>
                      </a:r>
                      <a:r>
                        <a:rPr lang="en-US"/>
                        <a:t> de Citas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Permitir la solicitud de citas, contando con la disponibilidad horaria de los empleados y el horario establecido por el administrador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Gestión</a:t>
                      </a:r>
                      <a:r>
                        <a:rPr lang="en-US"/>
                        <a:t> de Insumos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Mantener</a:t>
                      </a:r>
                      <a:r>
                        <a:rPr lang="en-US"/>
                        <a:t> un </a:t>
                      </a:r>
                      <a:r>
                        <a:rPr lang="en-US"/>
                        <a:t>catálogo</a:t>
                      </a:r>
                      <a:r>
                        <a:rPr lang="en-US"/>
                        <a:t> de los insumos dentro de </a:t>
                      </a:r>
                      <a:r>
                        <a:rPr lang="en-US"/>
                        <a:t>él</a:t>
                      </a:r>
                      <a:r>
                        <a:rPr lang="en-US"/>
                        <a:t> </a:t>
                      </a:r>
                      <a:r>
                        <a:rPr lang="en-US"/>
                        <a:t>salon de belleza</a:t>
                      </a:r>
                      <a:r>
                        <a:rPr lang="en-US"/>
                        <a:t>, permitiendo la </a:t>
                      </a:r>
                      <a:r>
                        <a:rPr lang="en-US"/>
                        <a:t>actualización</a:t>
                      </a:r>
                      <a:r>
                        <a:rPr lang="en-US"/>
                        <a:t> de estos mismos por parte del administrador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Gestión</a:t>
                      </a:r>
                      <a:r>
                        <a:rPr lang="en-US"/>
                        <a:t> de Recibos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Facilitar el registro de servicios realizados por el </a:t>
                      </a:r>
                      <a:r>
                        <a:rPr lang="en-US"/>
                        <a:t>salon de belleza</a:t>
                      </a:r>
                      <a:r>
                        <a:rPr lang="en-US"/>
                        <a:t>, permitiendo una </a:t>
                      </a:r>
                      <a:r>
                        <a:rPr lang="en-US"/>
                        <a:t>creación</a:t>
                      </a:r>
                      <a:r>
                        <a:rPr lang="en-US"/>
                        <a:t> de recibos para cada </a:t>
                      </a:r>
                      <a:r>
                        <a:rPr lang="en-US"/>
                        <a:t>usuario validando los precios establecidos por el administrador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Generación de Reportes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Permite crear indicadores, evaluar el desempeño de los empleados, visualizar resultados y descargar reportes.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g395b38490da_0_0"/>
          <p:cNvSpPr txBox="1"/>
          <p:nvPr/>
        </p:nvSpPr>
        <p:spPr>
          <a:xfrm>
            <a:off x="2678600" y="529075"/>
            <a:ext cx="6147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b="1"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Módulos</a:t>
            </a:r>
            <a:r>
              <a:rPr b="1"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del sistema</a:t>
            </a:r>
            <a:endParaRPr b="1" i="0" sz="4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" name="Google Shape;201;g395b38490da_0_0"/>
          <p:cNvSpPr/>
          <p:nvPr/>
        </p:nvSpPr>
        <p:spPr>
          <a:xfrm>
            <a:off x="3536625" y="1608408"/>
            <a:ext cx="4243589" cy="59482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g3966e87b235_0_0"/>
          <p:cNvCxnSpPr/>
          <p:nvPr/>
        </p:nvCxnSpPr>
        <p:spPr>
          <a:xfrm>
            <a:off x="4972228" y="4092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g3966e87b235_0_0"/>
          <p:cNvSpPr txBox="1"/>
          <p:nvPr/>
        </p:nvSpPr>
        <p:spPr>
          <a:xfrm>
            <a:off x="1252125" y="3096373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Diagrama UML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t/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66e87b235_0_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966e87b235_0_5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966e87b235_0_5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966e87b235_0_5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966e87b235_0_5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966e87b235_0_5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966e87b235_0_5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966e87b235_0_5"/>
          <p:cNvSpPr txBox="1"/>
          <p:nvPr/>
        </p:nvSpPr>
        <p:spPr>
          <a:xfrm>
            <a:off x="133225" y="31208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https://online.visual-paradigm.com/share.jsp?id=343438313936372d33</a:t>
            </a:r>
            <a:endParaRPr/>
          </a:p>
        </p:txBody>
      </p:sp>
      <p:pic>
        <p:nvPicPr>
          <p:cNvPr id="220" name="Google Shape;220;g3966e87b235_0_5" title="uml spa v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2360" y="0"/>
            <a:ext cx="880962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g3966f11278d_0_0"/>
          <p:cNvCxnSpPr/>
          <p:nvPr/>
        </p:nvCxnSpPr>
        <p:spPr>
          <a:xfrm>
            <a:off x="4972228" y="4092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g3966f11278d_0_0"/>
          <p:cNvSpPr txBox="1"/>
          <p:nvPr/>
        </p:nvSpPr>
        <p:spPr>
          <a:xfrm>
            <a:off x="1252125" y="3096373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Muck Up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t/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66f11278d_0_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966f11278d_0_60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966f11278d_0_60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966f11278d_0_60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966f11278d_0_60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966f11278d_0_60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966f11278d_0_60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966f11278d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424" y="0"/>
            <a:ext cx="649915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66f11278d_0_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966f11278d_0_70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966f11278d_0_70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966f11278d_0_70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966f11278d_0_70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966f11278d_0_70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966f11278d_0_70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g3966f11278d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64" y="0"/>
            <a:ext cx="1164367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66f11278d_0_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966f11278d_0_5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966f11278d_0_5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966f11278d_0_5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966f11278d_0_5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966f11278d_0_5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966f11278d_0_5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g3966f11278d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255" y="0"/>
            <a:ext cx="10213492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66f11278d_0_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966f11278d_0_18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966f11278d_0_18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966f11278d_0_18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966f11278d_0_18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966f11278d_0_18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966f11278d_0_18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g3966f11278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886" y="152400"/>
            <a:ext cx="103270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66f11278d_0_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966f11278d_0_40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966f11278d_0_40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966f11278d_0_40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966f11278d_0_40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966f11278d_0_40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966f11278d_0_40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g3966f11278d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613" y="523875"/>
            <a:ext cx="8486775" cy="58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