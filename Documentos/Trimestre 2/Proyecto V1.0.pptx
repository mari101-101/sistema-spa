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Work Sans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inFLL6EjVu6h7Hbh/xMDqKcFC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BC4DA8-83AE-4B31-9FE9-980BD2D22D64}">
  <a:tblStyle styleId="{37BC4DA8-83AE-4B31-9FE9-980BD2D22D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WorkSansMedium-regular.fntdata"/><Relationship Id="rId25" Type="http://schemas.openxmlformats.org/officeDocument/2006/relationships/slide" Target="slides/slide19.xml"/><Relationship Id="rId28" Type="http://schemas.openxmlformats.org/officeDocument/2006/relationships/font" Target="fonts/WorkSansMedium-italic.fntdata"/><Relationship Id="rId27" Type="http://schemas.openxmlformats.org/officeDocument/2006/relationships/font" Target="fonts/WorkSans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cc1124e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cc1124e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0cc1124e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1c78eebc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91c78eebc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1c78eebce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1c78eebce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1c78eebc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91c78eebc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2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4578" y="1523430"/>
            <a:ext cx="875424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Comic Sans MS"/>
              <a:buNone/>
            </a:pPr>
            <a:r>
              <a:rPr b="1" i="0" lang="en-US" sz="5400" u="none" cap="none" strike="noStrike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Sistema de información para spa New Boys</a:t>
            </a:r>
            <a:endParaRPr b="1" i="0" sz="5400" u="none" cap="none" strike="noStrike">
              <a:solidFill>
                <a:srgbClr val="3F3F3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Marca externa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0" y="3920293"/>
            <a:ext cx="366650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Carol Tatiana Benavides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María Camila Molina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Johan Esteban Casquete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Melany Vanessa Pinzón 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8559" y="4997511"/>
            <a:ext cx="1819529" cy="99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-1032110" y="2299332"/>
            <a:ext cx="702158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Tabla de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Contenido </a:t>
            </a:r>
            <a:endParaRPr b="0" i="0" sz="6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03" name="Google Shape;103;p2"/>
          <p:cNvGraphicFramePr/>
          <p:nvPr/>
        </p:nvGraphicFramePr>
        <p:xfrm>
          <a:off x="5095857" y="306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{37BC4DA8-83AE-4B31-9FE9-980BD2D22D64}</a:tableStyleId>
              </a:tblPr>
              <a:tblGrid>
                <a:gridCol w="5109025"/>
              </a:tblGrid>
              <a:tr h="55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Nombre del Proyecto e integrantes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8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Planteamiento Del Problema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Pregunta del Proyecto 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Justificación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Objetivo General 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Objetivos Específicos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Alcance del Proyecto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b="1"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.Diagrama Procesos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 </a:t>
                      </a:r>
                      <a:r>
                        <a:rPr b="1"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Recolección</a:t>
                      </a:r>
                      <a:r>
                        <a:rPr b="1"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 datos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b="1"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Requerimientos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209092" y="3076499"/>
            <a:ext cx="97738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Formulación del Proyecto</a:t>
            </a:r>
            <a:endParaRPr b="1" i="0" sz="7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4972228" y="4092162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Planteamiento Del Problema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519" l="0" r="-1" t="1189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5297762" y="2722834"/>
            <a:ext cx="6251110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el spa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NEW BOYS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existen dificultades en el agendamiento de citas, la organización de horarios y la asignación de servicios, debido a la falta de un registro formal y al uso de mensajes o conversaciones informales. Esto genera confusión tanto para clientes como para trabajadores.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Además, el administrador no tiene claridad sobre qué servicios realiza cada profesional ni sobre el uso de los materiales, lo que dificulta el control del inventario.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Pregunta Del Proyecto</a:t>
            </a:r>
            <a:endParaRPr b="1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el desarrollo de una aplicación de gestión puede optimizar el agendamiento de citas, el control de los servicios realizados por cada profesional y la administración del inventario en el SPA NEW BOYS?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3723" l="0" r="-1" t="29728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471550" y="189614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Justificación</a:t>
            </a:r>
            <a:endParaRPr b="1" sz="4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369917" y="2841726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8511" l="0" r="2" t="31671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369917" y="2837920"/>
            <a:ext cx="480368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Tras analizar las problemáticas que presenta el SPA NEW BOYS, relacionadas con la inadecuada gestión de citas, la desorganización de los servicios y la falta de control del inventario, se propone el desarrollo de un sistema de información que permita optimizar estos procesos. Este sistema facilitará el agendamiento ordenado de citas para los clientes y brindará al administrador un mayor control sobre los servicios realizados por cada profesional, así como sobre los materiales utilizados en la operación del negocio.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 General</a:t>
            </a:r>
            <a:endParaRPr b="1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2984" r="0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297762" y="3079209"/>
            <a:ext cx="625111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sistema de información que permita gestionar de manera sencilla y organizada el control de los clientes, los horarios, los servicios y el inventario del SPA NEW BOYS.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5776073" y="79531"/>
            <a:ext cx="595891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Objetivos Específicos</a:t>
            </a:r>
            <a:endParaRPr b="1" sz="4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52" name="Google Shape;152;p8"/>
          <p:cNvGrpSpPr/>
          <p:nvPr/>
        </p:nvGrpSpPr>
        <p:grpSpPr>
          <a:xfrm>
            <a:off x="5810249" y="2290584"/>
            <a:ext cx="5649597" cy="3705323"/>
            <a:chOff x="34176" y="378718"/>
            <a:chExt cx="5649597" cy="3705323"/>
          </a:xfrm>
        </p:grpSpPr>
        <p:sp>
          <p:nvSpPr>
            <p:cNvPr id="153" name="Google Shape;153;p8"/>
            <p:cNvSpPr/>
            <p:nvPr/>
          </p:nvSpPr>
          <p:spPr>
            <a:xfrm>
              <a:off x="34176" y="378718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87335" y="531877"/>
              <a:ext cx="423010" cy="4230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919789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919789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Organizar de forma sencilla los roles y los permisos de cada tipo de usuario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938465" y="378718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3091624" y="531877"/>
              <a:ext cx="423010" cy="4230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3824078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 txBox="1"/>
            <p:nvPr/>
          </p:nvSpPr>
          <p:spPr>
            <a:xfrm>
              <a:off x="3824078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Diseñar una pantalla donde el administrador pueda manejar los turnos de sus trabajadores sin complicaciones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4176" y="1866715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87335" y="2019874"/>
              <a:ext cx="423010" cy="4230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870665" y="1866715"/>
              <a:ext cx="200026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8"/>
            <p:cNvSpPr txBox="1"/>
            <p:nvPr/>
          </p:nvSpPr>
          <p:spPr>
            <a:xfrm>
              <a:off x="870665" y="1866715"/>
              <a:ext cx="200026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Hacer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más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fácil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comunicación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entre el cliente y el SPA</a:t>
              </a: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079030" y="1866715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222028" y="2019874"/>
              <a:ext cx="423010" cy="4230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964643" y="1866715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 txBox="1"/>
            <p:nvPr/>
          </p:nvSpPr>
          <p:spPr>
            <a:xfrm>
              <a:off x="3964643" y="1866715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Llevar un registro de los servicios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más</a:t>
              </a:r>
              <a:r>
                <a:rPr b="0" i="0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solicitados , las calificaciones que reciben y los insumos que se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entregarán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4176" y="3354713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187335" y="3507872"/>
              <a:ext cx="423010" cy="4230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797988" y="3334394"/>
              <a:ext cx="2181474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797988" y="3334394"/>
              <a:ext cx="2181474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Enviar recordatorios automáticos de las citas agendadas para reducir las ausencias y mejorar la puntualidad de los clientes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Patrón de fondo&#10;&#10;El contenido generado por IA puede ser incorrecto." id="173" name="Google Shape;17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976" y="0"/>
            <a:ext cx="4111444" cy="6858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Alcance del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Proyecto</a:t>
            </a:r>
            <a:endParaRPr b="1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Diagrama&#10;&#10;El contenido generado por IA puede ser incorrecto." id="180" name="Google Shape;180;p9"/>
          <p:cNvPicPr preferRelativeResize="0"/>
          <p:nvPr/>
        </p:nvPicPr>
        <p:blipFill rotWithShape="1">
          <a:blip r:embed="rId3">
            <a:alphaModFix/>
          </a:blip>
          <a:srcRect b="17170" l="0" r="-1" t="0"/>
          <a:stretch/>
        </p:blipFill>
        <p:spPr>
          <a:xfrm>
            <a:off x="0" y="-9515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81" name="Google Shape;181;p9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9985925" y="2614560"/>
            <a:ext cx="1562778" cy="1119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397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412862" y="3146963"/>
            <a:ext cx="64362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siete trimestres se desarrollará un sistema de información diseñado para optimizar la gestión del SPA NEW BOYS, facilitando la comunicación entre el cliente y el establecimiento al momento de agendar los servicios. Además, el sistema permitirá organizar los horarios, registrar los servicios realizados por cada profesional y apoyar el control del inventario.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12"/>
          <p:cNvCxnSpPr/>
          <p:nvPr/>
        </p:nvCxnSpPr>
        <p:spPr>
          <a:xfrm>
            <a:off x="4972228" y="4092162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12"/>
          <p:cNvSpPr txBox="1"/>
          <p:nvPr/>
        </p:nvSpPr>
        <p:spPr>
          <a:xfrm>
            <a:off x="1252125" y="3096373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Diagrama Procesos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b0cc1124e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567" y="0"/>
            <a:ext cx="544450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-12612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faz de usuario gráfica, Aplicación&#10;&#10;El contenido generado por IA puede ser incorrecto."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964" y="60960"/>
            <a:ext cx="1092302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561" y="1332501"/>
            <a:ext cx="10647680" cy="5403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g391c78eebce_0_4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g391c78eebce_0_4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Recolección</a:t>
            </a: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Datos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1c78eebce_0_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91c78eebce_0_9"/>
          <p:cNvSpPr txBox="1"/>
          <p:nvPr/>
        </p:nvSpPr>
        <p:spPr>
          <a:xfrm>
            <a:off x="471550" y="189614"/>
            <a:ext cx="43686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Encuesta</a:t>
            </a:r>
            <a:endParaRPr b="1" sz="4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9" name="Google Shape;219;g391c78eebce_0_9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1c78eebce_0_9"/>
          <p:cNvSpPr txBox="1"/>
          <p:nvPr/>
        </p:nvSpPr>
        <p:spPr>
          <a:xfrm>
            <a:off x="369917" y="2841726"/>
            <a:ext cx="4243500" cy="3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g391c78eebce_0_9"/>
          <p:cNvPicPr preferRelativeResize="0"/>
          <p:nvPr/>
        </p:nvPicPr>
        <p:blipFill rotWithShape="1">
          <a:blip r:embed="rId3">
            <a:alphaModFix/>
          </a:blip>
          <a:srcRect b="8506" l="0" r="0" t="31674"/>
          <a:stretch/>
        </p:blipFill>
        <p:spPr>
          <a:xfrm>
            <a:off x="5311702" y="10"/>
            <a:ext cx="6878775" cy="685800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22" name="Google Shape;222;g391c78eebce_0_9"/>
          <p:cNvSpPr/>
          <p:nvPr/>
        </p:nvSpPr>
        <p:spPr>
          <a:xfrm>
            <a:off x="369917" y="2837920"/>
            <a:ext cx="48036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 realizaron dos encuestas en el spa: una dirigida a los trabajadores y otra a los clientes, con el fin de identificar y analizar las principales problemáticas presentes desde ambas perspectivas. Al analizar los resultados obtenidos de estas encuestas, nos podemos dar cuenta que la mayor parte de los clientes </a:t>
            </a:r>
            <a:r>
              <a:rPr lang="en-US" sz="1800">
                <a:solidFill>
                  <a:schemeClr val="dk1"/>
                </a:solidFill>
              </a:rPr>
              <a:t>están</a:t>
            </a:r>
            <a:r>
              <a:rPr lang="en-US" sz="1800">
                <a:solidFill>
                  <a:schemeClr val="dk1"/>
                </a:solidFill>
              </a:rPr>
              <a:t> de acuerdo con la necesidad de implementar este tipo de sistemas en el spa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g391c78eebce_0_18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g391c78eebce_0_18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Requerimientos</a:t>
            </a:r>
            <a:endParaRPr b="1" sz="5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sz="5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lendario&#10;&#10;El contenido generado por IA puede ser incorrecto."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948097"/>
            <a:ext cx="10905066" cy="4961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bla&#10;&#10;El contenido generado por IA puede ser incorrecto.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920834"/>
            <a:ext cx="10905066" cy="5016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